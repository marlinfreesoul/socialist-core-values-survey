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12D0D-E2DA-45A4-BB92-640EE6531A3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C66FF-2B51-4F6E-A4FF-888C41046D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12D0D-E2DA-45A4-BB92-640EE6531A3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C66FF-2B51-4F6E-A4FF-888C41046D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12D0D-E2DA-45A4-BB92-640EE6531A3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C66FF-2B51-4F6E-A4FF-888C41046D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12D0D-E2DA-45A4-BB92-640EE6531A3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C66FF-2B51-4F6E-A4FF-888C41046D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12D0D-E2DA-45A4-BB92-640EE6531A3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C66FF-2B51-4F6E-A4FF-888C41046D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12D0D-E2DA-45A4-BB92-640EE6531A3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C66FF-2B51-4F6E-A4FF-888C41046D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12D0D-E2DA-45A4-BB92-640EE6531A3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C66FF-2B51-4F6E-A4FF-888C41046D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12D0D-E2DA-45A4-BB92-640EE6531A3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C66FF-2B51-4F6E-A4FF-888C41046D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12D0D-E2DA-45A4-BB92-640EE6531A3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C66FF-2B51-4F6E-A4FF-888C41046D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12D0D-E2DA-45A4-BB92-640EE6531A3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C66FF-2B51-4F6E-A4FF-888C41046D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12D0D-E2DA-45A4-BB92-640EE6531A3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C66FF-2B51-4F6E-A4FF-888C41046D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F12D0D-E2DA-45A4-BB92-640EE6531A3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6C66FF-2B51-4F6E-A4FF-888C41046D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2097" y="233045"/>
            <a:ext cx="10515600" cy="569595"/>
          </a:xfrm>
        </p:spPr>
        <p:txBody>
          <a:bodyPr>
            <a:normAutofit/>
          </a:bodyPr>
          <a:lstStyle/>
          <a:p>
            <a:pPr algn="ctr"/>
            <a:r>
              <a:rPr lang="zh-CN" altLang="zh-CN" sz="3200" b="1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实践</a:t>
            </a:r>
            <a:r>
              <a:rPr lang="zh-CN" altLang="en-US" sz="3200" b="1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环节</a:t>
            </a:r>
            <a:r>
              <a:rPr lang="zh-CN" altLang="zh-CN" sz="3200" b="1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作业基本要求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998583"/>
            <a:ext cx="11978640" cy="5956935"/>
          </a:xfrm>
        </p:spPr>
        <p:txBody>
          <a:bodyPr>
            <a:normAutofit fontScale="92500"/>
          </a:bodyPr>
          <a:lstStyle/>
          <a:p>
            <a:pPr indent="0" algn="just">
              <a:lnSpc>
                <a:spcPct val="115000"/>
              </a:lnSpc>
              <a:buNone/>
            </a:pPr>
            <a:r>
              <a:rPr lang="en-US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zh-CN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团队形式</a:t>
            </a:r>
            <a:r>
              <a:rPr lang="zh-CN" altLang="en-US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4-6</a:t>
            </a:r>
            <a:r>
              <a:rPr lang="zh-CN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人一组</a:t>
            </a:r>
            <a:r>
              <a:rPr lang="zh-CN" altLang="en-US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，可</a:t>
            </a:r>
            <a:r>
              <a:rPr lang="zh-CN" altLang="en-US" sz="2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zh-CN" altLang="zh-CN" sz="2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教学班内跨班组队</a:t>
            </a:r>
            <a:endParaRPr lang="en-US" altLang="zh-CN" sz="2400" kern="1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15000"/>
              </a:lnSpc>
              <a:buNone/>
            </a:pPr>
            <a:r>
              <a:rPr lang="en-US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实践成果形式：实践报告</a:t>
            </a:r>
            <a:r>
              <a:rPr lang="zh-CN" altLang="en-US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zh-CN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微电影</a:t>
            </a:r>
          </a:p>
          <a:p>
            <a:pPr indent="0" algn="just">
              <a:lnSpc>
                <a:spcPct val="115000"/>
              </a:lnSpc>
              <a:buNone/>
            </a:pPr>
            <a:r>
              <a:rPr lang="en-US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3.</a:t>
            </a:r>
            <a:r>
              <a:rPr lang="zh-CN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选题范围：社会主义道德、核心价值观</a:t>
            </a:r>
            <a:r>
              <a:rPr lang="zh-CN" altLang="en-US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法治</a:t>
            </a:r>
            <a:r>
              <a:rPr lang="zh-CN" altLang="en-US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、人生观、理想信念、民族精神、时代精神、大学生时代使命，</a:t>
            </a:r>
            <a:r>
              <a:rPr lang="zh-CN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改革开放、社会主义建设、红色文化、优秀传统文化</a:t>
            </a:r>
            <a:r>
              <a:rPr lang="zh-CN" altLang="en-US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学校</a:t>
            </a:r>
            <a:r>
              <a:rPr lang="zh-CN" altLang="en-US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特色与校史</a:t>
            </a:r>
            <a:endParaRPr lang="zh-CN" altLang="zh-CN" sz="2400" kern="100" dirty="0"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15000"/>
              </a:lnSpc>
              <a:buNone/>
            </a:pPr>
            <a:r>
              <a:rPr lang="en-US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4.</a:t>
            </a:r>
            <a:r>
              <a:rPr lang="zh-CN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实践成果提交的要求</a:t>
            </a:r>
          </a:p>
          <a:p>
            <a:pPr indent="0" algn="just">
              <a:lnSpc>
                <a:spcPct val="115000"/>
              </a:lnSpc>
              <a:buNone/>
            </a:pPr>
            <a:r>
              <a:rPr lang="zh-CN" altLang="en-US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调查</a:t>
            </a:r>
            <a:r>
              <a:rPr lang="zh-CN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报告</a:t>
            </a:r>
            <a:r>
              <a:rPr lang="zh-CN" altLang="en-US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3000+</a:t>
            </a:r>
            <a:r>
              <a:rPr lang="zh-CN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字</a:t>
            </a:r>
            <a:r>
              <a:rPr lang="zh-CN" altLang="en-US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调查报告；一份</a:t>
            </a:r>
            <a:r>
              <a:rPr lang="en-US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1000</a:t>
            </a:r>
            <a:r>
              <a:rPr lang="zh-CN" altLang="en-US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字实践说明</a:t>
            </a:r>
            <a:r>
              <a:rPr lang="zh-CN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：介绍选题原因、调研收获、新发现</a:t>
            </a:r>
            <a:r>
              <a:rPr lang="zh-CN" altLang="en-US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等</a:t>
            </a:r>
            <a:endParaRPr lang="zh-CN" altLang="zh-CN" sz="2400" kern="100" dirty="0"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15000"/>
              </a:lnSpc>
              <a:buNone/>
            </a:pPr>
            <a:r>
              <a:rPr lang="zh-CN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微电影</a:t>
            </a:r>
            <a:r>
              <a:rPr lang="zh-CN" altLang="en-US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5-1</a:t>
            </a:r>
            <a:r>
              <a:rPr lang="en-US" altLang="zh-CN" sz="2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分钟，有字幕</a:t>
            </a:r>
            <a:r>
              <a:rPr lang="zh-CN" altLang="en-US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、配音</a:t>
            </a:r>
            <a:r>
              <a:rPr lang="zh-CN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等较为完整的形式；一份策划书</a:t>
            </a:r>
            <a:r>
              <a:rPr lang="zh-CN" altLang="en-US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；一份</a:t>
            </a:r>
            <a:r>
              <a:rPr lang="en-US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300</a:t>
            </a:r>
            <a:r>
              <a:rPr lang="zh-CN" altLang="en-US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字制作</a:t>
            </a:r>
            <a:r>
              <a:rPr lang="zh-CN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心得</a:t>
            </a:r>
            <a:endParaRPr lang="en-US" altLang="zh-CN" sz="2400" kern="100" dirty="0"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15000"/>
              </a:lnSpc>
              <a:buNone/>
            </a:pPr>
            <a:r>
              <a:rPr lang="zh-CN" altLang="en-US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提交时间：</a:t>
            </a:r>
            <a:r>
              <a:rPr lang="en-US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6.11</a:t>
            </a:r>
            <a:r>
              <a:rPr lang="zh-CN" altLang="en-US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15</a:t>
            </a:r>
            <a:r>
              <a:rPr lang="zh-CN" altLang="en-US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周周四）前提交电子版和纸质版，以组为单位先发（交）给学委，学委收齐后再打包发给老师企微，纸质版交给老师。</a:t>
            </a:r>
            <a:endParaRPr lang="en-US" altLang="zh-CN" sz="2400" kern="100" dirty="0"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15000"/>
              </a:lnSpc>
              <a:buNone/>
            </a:pPr>
            <a:r>
              <a:rPr lang="zh-CN" altLang="en-US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各组文件夹名称：</a:t>
            </a:r>
            <a:r>
              <a:rPr lang="zh-CN" altLang="zh-CN" sz="2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班级</a:t>
            </a:r>
            <a:r>
              <a:rPr lang="en-US" altLang="zh-CN" sz="2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zh-CN" altLang="zh-CN" sz="2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组长姓名</a:t>
            </a:r>
            <a:r>
              <a:rPr lang="en-US" altLang="zh-CN" sz="2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zh-CN" altLang="zh-CN" sz="2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形式</a:t>
            </a:r>
            <a:r>
              <a:rPr lang="en-US" altLang="zh-CN" sz="2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zh-CN" altLang="zh-CN" sz="2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主题，</a:t>
            </a:r>
            <a:r>
              <a:rPr lang="zh-CN" altLang="en-US" sz="2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如，食安</a:t>
            </a:r>
            <a:r>
              <a:rPr lang="en-US" altLang="zh-CN" sz="2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1251</a:t>
            </a:r>
            <a:r>
              <a:rPr lang="zh-CN" altLang="zh-CN" sz="2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班</a:t>
            </a:r>
            <a:r>
              <a:rPr lang="en-US" altLang="zh-CN" sz="2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zh-CN" altLang="zh-CN" sz="2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张三</a:t>
            </a:r>
            <a:r>
              <a:rPr lang="en-US" altLang="zh-CN" sz="2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zh-CN" altLang="en-US" sz="2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微电影</a:t>
            </a:r>
            <a:r>
              <a:rPr lang="en-US" altLang="zh-CN" sz="2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zh-CN" altLang="zh-CN" sz="2400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社会公德</a:t>
            </a:r>
            <a:endParaRPr lang="en-US" altLang="zh-CN" sz="2400" kern="1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15000"/>
              </a:lnSpc>
              <a:buNone/>
            </a:pPr>
            <a:endParaRPr lang="zh-CN" altLang="zh-CN" sz="2400" kern="100" dirty="0"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4671" y="1253331"/>
            <a:ext cx="11462657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zh-CN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实践作业电子版：</a:t>
            </a:r>
          </a:p>
          <a:p>
            <a:pPr marL="0" indent="0" algn="just">
              <a:buNone/>
            </a:pPr>
            <a:r>
              <a:rPr lang="en-US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zh-CN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微电影</a:t>
            </a:r>
            <a:r>
              <a:rPr lang="en-US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zh-CN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策划书，放在一个文件夹，并给文件夹命名：班级</a:t>
            </a:r>
            <a:r>
              <a:rPr lang="en-US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zh-CN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组长姓名</a:t>
            </a:r>
            <a:r>
              <a:rPr lang="en-US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zh-CN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形式</a:t>
            </a:r>
            <a:r>
              <a:rPr lang="en-US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zh-CN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主题，如，食安</a:t>
            </a:r>
            <a:r>
              <a:rPr lang="en-US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1241</a:t>
            </a:r>
            <a:r>
              <a:rPr lang="zh-CN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班</a:t>
            </a:r>
            <a:r>
              <a:rPr lang="en-US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zh-CN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张三</a:t>
            </a:r>
            <a:r>
              <a:rPr lang="en-US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zh-CN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微电影</a:t>
            </a:r>
            <a:r>
              <a:rPr lang="en-US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zh-CN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社会公德。制作心得（创作感想和收获）写在策划书后面（模板后面有提示）。</a:t>
            </a:r>
          </a:p>
          <a:p>
            <a:pPr marL="0" indent="0" algn="just">
              <a:buNone/>
            </a:pPr>
            <a:r>
              <a:rPr lang="en-US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调查报告，</a:t>
            </a:r>
            <a:r>
              <a:rPr lang="en-US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word</a:t>
            </a:r>
            <a:r>
              <a:rPr lang="zh-CN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文档，并给文档命名</a:t>
            </a:r>
            <a:r>
              <a:rPr lang="zh-CN" altLang="en-US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，格式</a:t>
            </a:r>
            <a:r>
              <a:rPr lang="zh-CN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如上</a:t>
            </a:r>
            <a:r>
              <a:rPr lang="zh-CN" altLang="en-US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。实践说明就写在调查报告最后面（见附件三）。</a:t>
            </a:r>
            <a:endParaRPr lang="zh-CN" altLang="zh-CN" sz="2400" kern="100" dirty="0"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 </a:t>
            </a:r>
            <a:endParaRPr lang="zh-CN" altLang="zh-CN" sz="2400" kern="100" dirty="0"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zh-CN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实践作业纸质版：</a:t>
            </a:r>
          </a:p>
          <a:p>
            <a:pPr marL="0" indent="0" algn="just">
              <a:buNone/>
            </a:pPr>
            <a:r>
              <a:rPr lang="en-US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zh-CN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策划书，最好双面打印，黑白打印</a:t>
            </a:r>
          </a:p>
          <a:p>
            <a:pPr marL="0" indent="0" algn="just">
              <a:buNone/>
            </a:pPr>
            <a:r>
              <a:rPr lang="en-US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zh-CN" sz="2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调查报告，封面单面打印，其他最好双面打印，不要求彩打</a:t>
            </a:r>
          </a:p>
          <a:p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BABADF-9C4D-80BA-293F-0DC54E7E6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571"/>
            <a:ext cx="10515600" cy="787288"/>
          </a:xfrm>
        </p:spPr>
        <p:txBody>
          <a:bodyPr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请各班学委加入德法课学委群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D763F44-EAF1-CA1F-2B48-F63D2B0F24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6224" y="759402"/>
            <a:ext cx="5857919" cy="601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561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360</Words>
  <Application>Microsoft Office PowerPoint</Application>
  <PresentationFormat>宽屏</PresentationFormat>
  <Paragraphs>17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等线 Light</vt:lpstr>
      <vt:lpstr>黑体</vt:lpstr>
      <vt:lpstr>微软雅黑</vt:lpstr>
      <vt:lpstr>Arial</vt:lpstr>
      <vt:lpstr>Office 主题​​</vt:lpstr>
      <vt:lpstr>实践环节作业基本要求</vt:lpstr>
      <vt:lpstr>PowerPoint 演示文稿</vt:lpstr>
      <vt:lpstr>请各班学委加入德法课学委群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qhl</dc:creator>
  <cp:lastModifiedBy>qhl</cp:lastModifiedBy>
  <cp:revision>33</cp:revision>
  <dcterms:created xsi:type="dcterms:W3CDTF">2022-10-04T13:15:00Z</dcterms:created>
  <dcterms:modified xsi:type="dcterms:W3CDTF">2026-04-08T12:58:51Z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64852B2CBEB144FB8ED17D86985232DB_12</vt:lpwstr>
  </property>
  <property fmtid="{D5CDD505-2E9C-101B-9397-08002B2CF9AE}" pid="3" name="KSOProductBuildVer">
    <vt:lpwstr>2052-12.1.0.22529</vt:lpwstr>
  </property>
</Properties>
</file>